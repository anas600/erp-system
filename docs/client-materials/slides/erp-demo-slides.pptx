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موحّد للشركات الليبية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ERP for Libyan SMEs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749040"/>
            <a:ext cx="4572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http://localhost:3000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</a:t>
            </a:r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admin@erp.local / ChangeMe1234!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20 - Demo 2  |  2026-08-01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at Libyan SMEs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Libyan small-to-medium businesses run on a stack of disconnected tools. The result: chaos, lost time, and missed tax deadlines.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6596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paper + WhatsApp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receipts, payroll scattered across files and chats. No single source of truth.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2336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96596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invoices with no journal link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filed manually. Risk of mistakes. Auditor finds discrepancies every year.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inventory counts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Stock-outs and overstock. No low-stock alerts. Write-offs eat margin.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402336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on a calculator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3212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guessed. Overtime missed. Tax errors trigger penalties.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  |  Sprint 20 - Demo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One Unified ERP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 is a local-first, Libyan-built ERP that puts every business function in one place. Same data, same workflow, same UI.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B3D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9144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database, one chart of accounts, one user. No double-entry.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B3D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4023360" cy="9144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invoice posts a journal entry. Every GR updates stock. Every receipt allocates to invoices.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B3D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46120"/>
            <a:ext cx="4023360" cy="9144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has a source, a creator, a timestamp. Tax filing is one click.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B3D9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246120"/>
            <a:ext cx="4023360" cy="9144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Libyan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LYD currency, Arabic labels, Libyan tax logic, local hosting.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  |  Sprint 20 - Demo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Functions - Live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function is implemented, documented, and demo-ready. Click any of them in the demo.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/finance/customers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Invoices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/finance/sales-invoices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/finance/receipts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/procurement/vendors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/procurement/purchase-orders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5146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Receipts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/procurement/goods-receipts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Bills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/procurement/bills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/inventory/items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4290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of Accounts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/finance/accounts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4290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Entries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06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/finance/journal-entries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8862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30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4300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/hr/employees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8862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Runs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406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/hr/payroll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343400"/>
            <a:ext cx="548640" cy="3657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PRJ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4300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430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of 13 demo functions documented (Sprint 19 + 20) - 14 more in P2 backlog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 (15 minutes)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645920"/>
            <a:ext cx="274320" cy="0"/>
          </a:xfrm>
          <a:prstGeom prst="line">
            <a:avLst/>
          </a:prstGeom>
          <a:noFill/>
          <a:ln w="25400">
            <a:solidFill>
              <a:srgbClr val="E5A82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548640" cy="5486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KPIs at a glance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645920"/>
            <a:ext cx="274320" cy="0"/>
          </a:xfrm>
          <a:prstGeom prst="line">
            <a:avLst/>
          </a:prstGeom>
          <a:noFill/>
          <a:ln w="25400">
            <a:solidFill>
              <a:srgbClr val="E5A8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319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 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645920"/>
            <a:ext cx="274320" cy="0"/>
          </a:xfrm>
          <a:prstGeom prst="line">
            <a:avLst/>
          </a:prstGeom>
          <a:noFill/>
          <a:ln w="25400">
            <a:solidFill>
              <a:srgbClr val="E5A82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Invoice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journal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1645920"/>
            <a:ext cx="274320" cy="0"/>
          </a:xfrm>
          <a:prstGeom prst="line">
            <a:avLst/>
          </a:prstGeom>
          <a:noFill/>
          <a:ln w="25400">
            <a:solidFill>
              <a:srgbClr val="E5A8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92440" y="1371600"/>
            <a:ext cx="548640" cy="5486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5895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Money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allocate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see in 15 minutes: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sales cycle: customer creation -&gt; invoice -&gt; post -&gt; payment -&gt; balance update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creates an automatic journal entry (Dr AR / Cr Sales) - no manual accounting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statement + AR aging update in real time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workflow works for vendors, items, payroll, and 9 other functions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  |  Sprint 20 - Demo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- The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30 -&gt; 2 min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prep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automatically from customer to invoice to journal entry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80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functions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workflow has a bilingual guide: business purpose, API, UI, edge 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reconciliations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posted creates a balanced journal entry - no manual reconciliation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718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Libyan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LYD currency, Arabic labels, Libyan tax logic, local hosting - no external dependencies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  |  Sprint 20 - Demo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- Built to Last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618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(Next.js 14)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TypeScript, Tailwind, shadcn/ui - 87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00" cy="7772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762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(C# / .NET 9)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Dapper, FluentMigrator, JWT, RBAC, multi-company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7315200" cy="77724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906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(PostgreSQL 17)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4107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migrations, idempotent, no tenant_id - company_id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0233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 + RBAC roles (Admin / Accountant / Sales / Viewer)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4114800"/>
            <a:ext cx="40233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Modular: 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modules - AccountsReceivable, Procurement, Inventory, Finance, HR, Payroll, Projects, etc.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ERP-SYSTEM  |  Sprint 20 - Demo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A8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docs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all 13 workflow documents in docs/workflows/ - bilingual, detailed, ready for your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5176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30-min walkthrough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the demo together, answer your questions, focus on what matters to your business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5176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6364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 (30 days)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deploy with your real data, train your team, gather feedback - then decide on a 12-month plan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when you are. |  admin@erp.local  |  Sprint 20 - Demo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ERP-SYSTEM Client Demo - Sprint 20</dc:title>
  <dc:subject>PptxGenJS Presentation</dc:subject>
  <dc:creator>Mavis (Muhammad mode) - Strategic Advisor</dc:creator>
  <cp:lastModifiedBy>Mavis (Muhammad mode) - Strategic Advisor</cp:lastModifiedBy>
  <cp:revision>1</cp:revision>
  <dcterms:created xsi:type="dcterms:W3CDTF">2026-08-01T09:58:53Z</dcterms:created>
  <dcterms:modified xsi:type="dcterms:W3CDTF">2026-08-01T09:58:53Z</dcterms:modified>
</cp:coreProperties>
</file>